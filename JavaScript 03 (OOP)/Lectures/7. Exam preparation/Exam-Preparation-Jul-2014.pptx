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5496290"/>
            <a:ext cx="3990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20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Learning &amp; Development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5801090"/>
            <a:ext cx="3990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319088" indent="-319088">
              <a:buNone/>
              <a:defRPr lang="en-US" sz="1800" dirty="0">
                <a:solidFill>
                  <a:schemeClr val="tx2">
                    <a:lumMod val="20000"/>
                    <a:lumOff val="80000"/>
                  </a:schemeClr>
                </a:solidFill>
                <a:latin typeface="Corbel" pitchFamily="34" charset="0"/>
              </a:defRPr>
            </a:lvl1pPr>
          </a:lstStyle>
          <a:p>
            <a:pPr marL="0" lvl="0" indent="0" eaLnBrk="1" hangingPunct="1">
              <a:spcBef>
                <a:spcPct val="0"/>
              </a:spcBef>
            </a:pPr>
            <a:r>
              <a:rPr lang="en-US" sz="1800" dirty="0" smtClean="0"/>
              <a:t>http://academy.telerik.com</a:t>
            </a:r>
            <a:endParaRPr lang="en-US" sz="1800" dirty="0"/>
          </a:p>
        </p:txBody>
      </p:sp>
      <p:sp>
        <p:nvSpPr>
          <p:cNvPr id="20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5121649"/>
            <a:ext cx="3990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dirty="0">
                <a:solidFill>
                  <a:schemeClr val="tx2">
                    <a:lumMod val="50000"/>
                  </a:schemeClr>
                </a:solidFill>
                <a:latin typeface="Corbel" pitchFamily="34" charset="0"/>
              </a:defRPr>
            </a:lvl1pPr>
          </a:lstStyle>
          <a:p>
            <a:pPr lvl="0" eaLnBrk="1" hangingPunct="1">
              <a:spcBef>
                <a:spcPct val="0"/>
              </a:spcBef>
            </a:pP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latin typeface="Corbel" pitchFamily="34" charset="0"/>
              </a:rPr>
              <a:t>Telerik Software Academy</a:t>
            </a:r>
            <a:endParaRPr lang="en-US" sz="2400" dirty="0">
              <a:solidFill>
                <a:schemeClr val="tx2">
                  <a:lumMod val="50000"/>
                </a:schemeClr>
              </a:solidFill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09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AA291A8F-B654-460B-8613-27AB441BE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2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2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fld id="{AA291A8F-B654-460B-8613-27AB441BE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4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84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/>
          </p:nvSpPr>
          <p:spPr>
            <a:xfrm flipH="1">
              <a:off x="3394421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/>
          </p:nvSpPr>
          <p:spPr>
            <a:xfrm flipH="1">
              <a:off x="1350512" y="1528531"/>
              <a:ext cx="2008657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/>
          </p:nvSpPr>
          <p:spPr>
            <a:xfrm flipH="1">
              <a:off x="1538277" y="2175144"/>
              <a:ext cx="181669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/>
          </p:nvSpPr>
          <p:spPr>
            <a:xfrm flipH="1">
              <a:off x="1660733" y="2421354"/>
              <a:ext cx="1697684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/>
          </p:nvSpPr>
          <p:spPr>
            <a:xfrm flipH="1">
              <a:off x="1448484" y="2878556"/>
              <a:ext cx="190883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/>
          </p:nvSpPr>
          <p:spPr>
            <a:xfrm flipH="1">
              <a:off x="1636239" y="1946534"/>
              <a:ext cx="174759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/>
          </p:nvSpPr>
          <p:spPr>
            <a:xfrm flipH="1">
              <a:off x="3402822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/>
          </p:nvSpPr>
          <p:spPr>
            <a:xfrm flipH="1">
              <a:off x="3389110" y="1523999"/>
              <a:ext cx="187428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/>
          </p:nvSpPr>
          <p:spPr>
            <a:xfrm flipH="1">
              <a:off x="3398080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/>
        </p:nvSpPr>
        <p:spPr>
          <a:xfrm rot="9535351" flipH="1">
            <a:off x="923387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/>
        </p:nvSpPr>
        <p:spPr>
          <a:xfrm rot="16938170" flipH="1">
            <a:off x="4905823" y="1031967"/>
            <a:ext cx="859648" cy="186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/>
        </p:nvSpPr>
        <p:spPr>
          <a:xfrm rot="19836951" flipH="1">
            <a:off x="7379011" y="1495156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/>
        </p:nvSpPr>
        <p:spPr>
          <a:xfrm rot="2233443" flipH="1">
            <a:off x="2139219" y="940067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/>
        </p:nvSpPr>
        <p:spPr>
          <a:xfrm rot="8530737" flipH="1">
            <a:off x="4757101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/>
        </p:nvSpPr>
        <p:spPr>
          <a:xfrm rot="12627025" flipH="1">
            <a:off x="2910498" y="4405709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/>
        </p:nvSpPr>
        <p:spPr>
          <a:xfrm rot="1186146" flipH="1">
            <a:off x="6185958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/>
        </p:nvSpPr>
        <p:spPr>
          <a:xfrm rot="19460650" flipH="1">
            <a:off x="3150207" y="1979503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/>
        </p:nvSpPr>
        <p:spPr>
          <a:xfrm rot="18277140" flipH="1">
            <a:off x="405235" y="3272338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/>
        </p:nvSpPr>
        <p:spPr>
          <a:xfrm rot="18695734" flipH="1">
            <a:off x="3127408" y="5396301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/>
        </p:nvSpPr>
        <p:spPr>
          <a:xfrm rot="20840689" flipH="1">
            <a:off x="8186733" y="5517703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/>
        </p:nvSpPr>
        <p:spPr>
          <a:xfrm rot="15426793" flipH="1">
            <a:off x="1145826" y="4072255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/>
        </p:nvSpPr>
        <p:spPr>
          <a:xfrm rot="2086872" flipH="1">
            <a:off x="8330354" y="1359229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2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251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2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652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" y="228602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566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iming>
    <p:tnLst>
      <p:par>
        <p:cTn id="1" dur="indefinite" restart="never" nodeType="tmRoot"/>
      </p:par>
    </p:tnLst>
  </p:timing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academy.telerik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Exam Preparation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JavaScript OOP – July 2014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Learning &amp; development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http://academy.telerik.com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Telerik Software 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4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exam will take exactly 3 hours in two groups:</a:t>
            </a:r>
          </a:p>
          <a:p>
            <a:pPr lvl="1"/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At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10:00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on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Mon, 7-Jul-2014</a:t>
            </a:r>
          </a:p>
          <a:p>
            <a:pPr lvl="1"/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At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19:00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on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Mon, 7-Jul-2014</a:t>
            </a:r>
          </a:p>
          <a:p>
            <a:r>
              <a:rPr lang="en-US" sz="2800" dirty="0" smtClean="0"/>
              <a:t>The exam will consist of a single task testing your expertise with:</a:t>
            </a:r>
          </a:p>
          <a:p>
            <a:pPr lvl="1"/>
            <a:r>
              <a:rPr lang="en-US" sz="2600" dirty="0" smtClean="0"/>
              <a:t>Understanding and creating function constructors</a:t>
            </a:r>
          </a:p>
          <a:p>
            <a:pPr lvl="1"/>
            <a:r>
              <a:rPr lang="en-US" sz="2600" dirty="0" smtClean="0"/>
              <a:t>Using modules and Require.js</a:t>
            </a:r>
          </a:p>
        </p:txBody>
      </p:sp>
    </p:spTree>
    <p:extLst>
      <p:ext uri="{BB962C8B-B14F-4D97-AF65-F5344CB8AC3E}">
        <p14:creationId xmlns:p14="http://schemas.microsoft.com/office/powerpoint/2010/main" val="408368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Task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78888"/>
            <a:ext cx="8686800" cy="5791200"/>
          </a:xfrm>
        </p:spPr>
        <p:txBody>
          <a:bodyPr/>
          <a:lstStyle/>
          <a:p>
            <a:r>
              <a:rPr lang="en-US" sz="2800" dirty="0" smtClean="0"/>
              <a:t>You must complete the functionality for a TODO list</a:t>
            </a:r>
          </a:p>
          <a:p>
            <a:pPr lvl="1"/>
            <a:r>
              <a:rPr lang="en-US" sz="2600" dirty="0" smtClean="0"/>
              <a:t>A TODO list has a single container</a:t>
            </a:r>
          </a:p>
          <a:p>
            <a:pPr lvl="1"/>
            <a:r>
              <a:rPr lang="en-US" sz="2600" dirty="0" smtClean="0"/>
              <a:t>A container can only sections</a:t>
            </a:r>
          </a:p>
          <a:p>
            <a:pPr lvl="2"/>
            <a:r>
              <a:rPr lang="en-US" sz="2400" dirty="0" smtClean="0"/>
              <a:t>Sections can be zero or more</a:t>
            </a:r>
          </a:p>
          <a:p>
            <a:pPr lvl="1"/>
            <a:r>
              <a:rPr lang="en-US" sz="2600" dirty="0" smtClean="0"/>
              <a:t>A section have a title (string) and only contain items</a:t>
            </a:r>
          </a:p>
          <a:p>
            <a:pPr lvl="2"/>
            <a:r>
              <a:rPr lang="en-US" sz="2400" dirty="0" smtClean="0"/>
              <a:t>Items can be zero or more</a:t>
            </a:r>
          </a:p>
          <a:p>
            <a:pPr lvl="1"/>
            <a:r>
              <a:rPr lang="en-US" sz="2600" dirty="0" smtClean="0"/>
              <a:t>Items have </a:t>
            </a:r>
            <a:r>
              <a:rPr lang="en-US" sz="2600" dirty="0" smtClean="0"/>
              <a:t>content (string</a:t>
            </a:r>
            <a:r>
              <a:rPr lang="en-US" sz="26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897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Task #</a:t>
            </a:r>
            <a:r>
              <a:rPr lang="en-US" dirty="0" smtClean="0"/>
              <a:t>1 (</a:t>
            </a:r>
            <a:r>
              <a:rPr lang="en-US" dirty="0" err="1" smtClean="0"/>
              <a:t>cont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43376"/>
            <a:ext cx="8686800" cy="5791200"/>
          </a:xfrm>
        </p:spPr>
        <p:txBody>
          <a:bodyPr/>
          <a:lstStyle/>
          <a:p>
            <a:pPr lvl="1">
              <a:lnSpc>
                <a:spcPct val="95000"/>
              </a:lnSpc>
            </a:pPr>
            <a:r>
              <a:rPr lang="en-US" sz="2600" dirty="0" smtClean="0"/>
              <a:t>Implement </a:t>
            </a:r>
            <a:r>
              <a:rPr lang="en-US" sz="2600" dirty="0" smtClean="0"/>
              <a:t>the methods for the types Item, Section and Container</a:t>
            </a:r>
          </a:p>
          <a:p>
            <a:pPr lvl="2">
              <a:lnSpc>
                <a:spcPct val="95000"/>
              </a:lnSpc>
            </a:pPr>
            <a:r>
              <a:rPr lang="en-US" sz="2400" dirty="0" smtClean="0"/>
              <a:t>You are allowed only to extend the scripts inside the files </a:t>
            </a: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'container.js'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'item.js'</a:t>
            </a:r>
            <a:r>
              <a:rPr lang="en-US" sz="2400" dirty="0" smtClean="0"/>
              <a:t> and </a:t>
            </a: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'section.js</a:t>
            </a:r>
            <a:r>
              <a:rPr lang="en-US" sz="24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</a:p>
          <a:p>
            <a:pPr lvl="1">
              <a:lnSpc>
                <a:spcPct val="95000"/>
              </a:lnSpc>
            </a:pPr>
            <a:r>
              <a:rPr lang="en-US" sz="2600" dirty="0"/>
              <a:t>Methods descriptions:</a:t>
            </a:r>
          </a:p>
          <a:p>
            <a:pPr lvl="2">
              <a:lnSpc>
                <a:spcPct val="95000"/>
              </a:lnSpc>
            </a:pP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Container.add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(section)</a:t>
            </a:r>
            <a:r>
              <a:rPr lang="en-US" sz="2400" dirty="0"/>
              <a:t> </a:t>
            </a:r>
            <a:r>
              <a:rPr lang="en-US" sz="2400" dirty="0" smtClean="0"/>
              <a:t>adds a section to the container</a:t>
            </a:r>
          </a:p>
          <a:p>
            <a:pPr lvl="2">
              <a:lnSpc>
                <a:spcPct val="95000"/>
              </a:lnSpc>
            </a:pP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Container.getData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()</a:t>
            </a:r>
            <a:r>
              <a:rPr lang="en-US" sz="2400" dirty="0" smtClean="0"/>
              <a:t> returns a JSON array with sections</a:t>
            </a:r>
          </a:p>
          <a:p>
            <a:pPr lvl="2">
              <a:lnSpc>
                <a:spcPct val="95000"/>
              </a:lnSpc>
            </a:pP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Section.add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(item)</a:t>
            </a:r>
            <a:r>
              <a:rPr lang="en-US" sz="2400" dirty="0" smtClean="0"/>
              <a:t> adds an item to the given section</a:t>
            </a:r>
          </a:p>
          <a:p>
            <a:pPr lvl="2">
              <a:lnSpc>
                <a:spcPct val="95000"/>
              </a:lnSpc>
            </a:pP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Section.getData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()</a:t>
            </a:r>
            <a:r>
              <a:rPr lang="en-US" sz="2400" dirty="0" smtClean="0"/>
              <a:t> returns its title and an array with items</a:t>
            </a:r>
          </a:p>
          <a:p>
            <a:pPr lvl="2">
              <a:lnSpc>
                <a:spcPct val="95000"/>
              </a:lnSpc>
            </a:pPr>
            <a:r>
              <a:rPr lang="en-US" sz="24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Item.getData</a:t>
            </a:r>
            <a:r>
              <a:rPr lang="en-US" sz="24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()</a:t>
            </a:r>
            <a:r>
              <a:rPr lang="en-US" sz="2400" dirty="0" smtClean="0"/>
              <a:t> returns the content of the item</a:t>
            </a:r>
          </a:p>
          <a:p>
            <a:pPr lvl="1">
              <a:lnSpc>
                <a:spcPct val="95000"/>
              </a:lnSpc>
            </a:pPr>
            <a:r>
              <a:rPr lang="en-US" dirty="0" smtClean="0"/>
              <a:t>Your </a:t>
            </a:r>
            <a:r>
              <a:rPr lang="en-US" dirty="0" smtClean="0"/>
              <a:t>are given a few files,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that must not be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changed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661908"/>
      </p:ext>
    </p:extLst>
  </p:cSld>
  <p:clrMapOvr>
    <a:masterClrMapping/>
  </p:clrMapOvr>
</p:sld>
</file>

<file path=ppt/theme/theme1.xml><?xml version="1.0" encoding="utf-8"?>
<a:theme xmlns:a="http://schemas.openxmlformats.org/drawingml/2006/main" name="Telerik Academy theme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rik Academy theme" id="{2620D71C-A5FD-46E0-A488-16D4CF22AEE2}" vid="{F028A4D3-6851-4D6D-A82D-72CBFB9A81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 Academy theme</Template>
  <TotalTime>22</TotalTime>
  <Words>212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Cambria</vt:lpstr>
      <vt:lpstr>Consolas</vt:lpstr>
      <vt:lpstr>Corbel</vt:lpstr>
      <vt:lpstr>Wingdings 2</vt:lpstr>
      <vt:lpstr>Telerik Academy theme</vt:lpstr>
      <vt:lpstr>Exam Preparation</vt:lpstr>
      <vt:lpstr>Exam Description</vt:lpstr>
      <vt:lpstr>Sample Task #1</vt:lpstr>
      <vt:lpstr>Sample Task #1 (cont)</vt:lpstr>
    </vt:vector>
  </TitlesOfParts>
  <Company>Telerik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Preparation</dc:title>
  <dc:creator>Doncho Minkov</dc:creator>
  <cp:lastModifiedBy>Doncho Minkov</cp:lastModifiedBy>
  <cp:revision>4</cp:revision>
  <dcterms:created xsi:type="dcterms:W3CDTF">2014-06-30T15:32:15Z</dcterms:created>
  <dcterms:modified xsi:type="dcterms:W3CDTF">2014-07-01T06:48:13Z</dcterms:modified>
</cp:coreProperties>
</file>